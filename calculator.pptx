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p pc" userId="69003cb1a087c46e" providerId="LiveId" clId="{9F72F9CB-1908-4E0A-BE1A-7803601CBA11}"/>
    <pc:docChg chg="custSel addSld modSld">
      <pc:chgData name="hp pc" userId="69003cb1a087c46e" providerId="LiveId" clId="{9F72F9CB-1908-4E0A-BE1A-7803601CBA11}" dt="2025-11-23T09:38:30.872" v="2486" actId="20577"/>
      <pc:docMkLst>
        <pc:docMk/>
      </pc:docMkLst>
      <pc:sldChg chg="modSp mod">
        <pc:chgData name="hp pc" userId="69003cb1a087c46e" providerId="LiveId" clId="{9F72F9CB-1908-4E0A-BE1A-7803601CBA11}" dt="2025-11-23T07:18:03.388" v="90" actId="20577"/>
        <pc:sldMkLst>
          <pc:docMk/>
          <pc:sldMk cId="1320189497" sldId="256"/>
        </pc:sldMkLst>
        <pc:spChg chg="mod">
          <ac:chgData name="hp pc" userId="69003cb1a087c46e" providerId="LiveId" clId="{9F72F9CB-1908-4E0A-BE1A-7803601CBA11}" dt="2025-11-23T07:18:03.388" v="90" actId="20577"/>
          <ac:spMkLst>
            <pc:docMk/>
            <pc:sldMk cId="1320189497" sldId="256"/>
            <ac:spMk id="10" creationId="{FBDD3422-AABB-E941-CF5F-A6203764598E}"/>
          </ac:spMkLst>
        </pc:spChg>
      </pc:sldChg>
      <pc:sldChg chg="modSp mod">
        <pc:chgData name="hp pc" userId="69003cb1a087c46e" providerId="LiveId" clId="{9F72F9CB-1908-4E0A-BE1A-7803601CBA11}" dt="2025-11-23T07:24:56.815" v="501" actId="5793"/>
        <pc:sldMkLst>
          <pc:docMk/>
          <pc:sldMk cId="1725833831" sldId="257"/>
        </pc:sldMkLst>
        <pc:spChg chg="mod">
          <ac:chgData name="hp pc" userId="69003cb1a087c46e" providerId="LiveId" clId="{9F72F9CB-1908-4E0A-BE1A-7803601CBA11}" dt="2025-11-23T07:19:02.282" v="114" actId="20577"/>
          <ac:spMkLst>
            <pc:docMk/>
            <pc:sldMk cId="1725833831" sldId="257"/>
            <ac:spMk id="2" creationId="{5EC4E057-3A5D-9D41-26C8-937B94ED3B80}"/>
          </ac:spMkLst>
        </pc:spChg>
        <pc:spChg chg="mod">
          <ac:chgData name="hp pc" userId="69003cb1a087c46e" providerId="LiveId" clId="{9F72F9CB-1908-4E0A-BE1A-7803601CBA11}" dt="2025-11-23T07:24:56.815" v="501" actId="5793"/>
          <ac:spMkLst>
            <pc:docMk/>
            <pc:sldMk cId="1725833831" sldId="257"/>
            <ac:spMk id="3" creationId="{3C63EB0B-DCE1-1D98-652F-84E1D9ECF0CC}"/>
          </ac:spMkLst>
        </pc:spChg>
      </pc:sldChg>
      <pc:sldChg chg="addSp delSp modSp new mod modClrScheme chgLayout">
        <pc:chgData name="hp pc" userId="69003cb1a087c46e" providerId="LiveId" clId="{9F72F9CB-1908-4E0A-BE1A-7803601CBA11}" dt="2025-11-23T08:36:47.607" v="860" actId="1076"/>
        <pc:sldMkLst>
          <pc:docMk/>
          <pc:sldMk cId="2784559594" sldId="258"/>
        </pc:sldMkLst>
        <pc:spChg chg="mod ord">
          <ac:chgData name="hp pc" userId="69003cb1a087c46e" providerId="LiveId" clId="{9F72F9CB-1908-4E0A-BE1A-7803601CBA11}" dt="2025-11-23T08:35:47.916" v="858" actId="700"/>
          <ac:spMkLst>
            <pc:docMk/>
            <pc:sldMk cId="2784559594" sldId="258"/>
            <ac:spMk id="2" creationId="{4D4789A3-5874-FB73-7DC1-251BBC63435E}"/>
          </ac:spMkLst>
        </pc:spChg>
        <pc:spChg chg="mod ord">
          <ac:chgData name="hp pc" userId="69003cb1a087c46e" providerId="LiveId" clId="{9F72F9CB-1908-4E0A-BE1A-7803601CBA11}" dt="2025-11-23T08:35:47.916" v="858" actId="700"/>
          <ac:spMkLst>
            <pc:docMk/>
            <pc:sldMk cId="2784559594" sldId="258"/>
            <ac:spMk id="3" creationId="{8FD09928-F11B-3216-F50E-4500458BCC4F}"/>
          </ac:spMkLst>
        </pc:spChg>
        <pc:spChg chg="add del mod ord">
          <ac:chgData name="hp pc" userId="69003cb1a087c46e" providerId="LiveId" clId="{9F72F9CB-1908-4E0A-BE1A-7803601CBA11}" dt="2025-11-23T08:35:47.916" v="858" actId="700"/>
          <ac:spMkLst>
            <pc:docMk/>
            <pc:sldMk cId="2784559594" sldId="258"/>
            <ac:spMk id="4" creationId="{02A341CD-8B6F-8063-9F07-2101CA37F8CE}"/>
          </ac:spMkLst>
        </pc:spChg>
        <pc:spChg chg="add del mod ord">
          <ac:chgData name="hp pc" userId="69003cb1a087c46e" providerId="LiveId" clId="{9F72F9CB-1908-4E0A-BE1A-7803601CBA11}" dt="2025-11-23T08:35:47.916" v="858" actId="700"/>
          <ac:spMkLst>
            <pc:docMk/>
            <pc:sldMk cId="2784559594" sldId="258"/>
            <ac:spMk id="5" creationId="{51E5268F-6A0D-8F23-2A1D-0CDD4ACF7796}"/>
          </ac:spMkLst>
        </pc:spChg>
        <pc:spChg chg="add del mod ord">
          <ac:chgData name="hp pc" userId="69003cb1a087c46e" providerId="LiveId" clId="{9F72F9CB-1908-4E0A-BE1A-7803601CBA11}" dt="2025-11-23T08:35:47.916" v="858" actId="700"/>
          <ac:spMkLst>
            <pc:docMk/>
            <pc:sldMk cId="2784559594" sldId="258"/>
            <ac:spMk id="6" creationId="{6017C03A-5846-AB5A-3EE2-13BBAE1769D6}"/>
          </ac:spMkLst>
        </pc:spChg>
        <pc:spChg chg="add del mod ord">
          <ac:chgData name="hp pc" userId="69003cb1a087c46e" providerId="LiveId" clId="{9F72F9CB-1908-4E0A-BE1A-7803601CBA11}" dt="2025-11-23T08:36:40.806" v="859" actId="931"/>
          <ac:spMkLst>
            <pc:docMk/>
            <pc:sldMk cId="2784559594" sldId="258"/>
            <ac:spMk id="7" creationId="{37BB4BC8-071B-B6AC-E18D-BC7BE2861648}"/>
          </ac:spMkLst>
        </pc:spChg>
        <pc:picChg chg="add mod">
          <ac:chgData name="hp pc" userId="69003cb1a087c46e" providerId="LiveId" clId="{9F72F9CB-1908-4E0A-BE1A-7803601CBA11}" dt="2025-11-23T08:36:47.607" v="860" actId="1076"/>
          <ac:picMkLst>
            <pc:docMk/>
            <pc:sldMk cId="2784559594" sldId="258"/>
            <ac:picMk id="9" creationId="{0A46D388-E413-FD2A-3728-E211F72365AC}"/>
          </ac:picMkLst>
        </pc:picChg>
      </pc:sldChg>
      <pc:sldChg chg="addSp delSp modSp new mod">
        <pc:chgData name="hp pc" userId="69003cb1a087c46e" providerId="LiveId" clId="{9F72F9CB-1908-4E0A-BE1A-7803601CBA11}" dt="2025-11-23T08:44:06.062" v="1197" actId="14100"/>
        <pc:sldMkLst>
          <pc:docMk/>
          <pc:sldMk cId="2059044498" sldId="259"/>
        </pc:sldMkLst>
        <pc:spChg chg="mod">
          <ac:chgData name="hp pc" userId="69003cb1a087c46e" providerId="LiveId" clId="{9F72F9CB-1908-4E0A-BE1A-7803601CBA11}" dt="2025-11-23T08:37:23.918" v="874" actId="20577"/>
          <ac:spMkLst>
            <pc:docMk/>
            <pc:sldMk cId="2059044498" sldId="259"/>
            <ac:spMk id="2" creationId="{5AD86BC4-BA4B-3DEB-AEAE-4A40A8E2742E}"/>
          </ac:spMkLst>
        </pc:spChg>
        <pc:spChg chg="mod">
          <ac:chgData name="hp pc" userId="69003cb1a087c46e" providerId="LiveId" clId="{9F72F9CB-1908-4E0A-BE1A-7803601CBA11}" dt="2025-11-23T08:42:10.165" v="1193" actId="20577"/>
          <ac:spMkLst>
            <pc:docMk/>
            <pc:sldMk cId="2059044498" sldId="259"/>
            <ac:spMk id="3" creationId="{F8BECEB3-3ACA-F5AC-4F35-577C9B47E6DB}"/>
          </ac:spMkLst>
        </pc:spChg>
        <pc:spChg chg="del">
          <ac:chgData name="hp pc" userId="69003cb1a087c46e" providerId="LiveId" clId="{9F72F9CB-1908-4E0A-BE1A-7803601CBA11}" dt="2025-11-23T08:43:50.657" v="1194" actId="931"/>
          <ac:spMkLst>
            <pc:docMk/>
            <pc:sldMk cId="2059044498" sldId="259"/>
            <ac:spMk id="4" creationId="{9FAD7E4D-D4AC-A125-7979-2DD3CB9D6E00}"/>
          </ac:spMkLst>
        </pc:spChg>
        <pc:picChg chg="add mod">
          <ac:chgData name="hp pc" userId="69003cb1a087c46e" providerId="LiveId" clId="{9F72F9CB-1908-4E0A-BE1A-7803601CBA11}" dt="2025-11-23T08:44:06.062" v="1197" actId="14100"/>
          <ac:picMkLst>
            <pc:docMk/>
            <pc:sldMk cId="2059044498" sldId="259"/>
            <ac:picMk id="6" creationId="{842D0CED-676E-8491-7597-E25A11A8F1EE}"/>
          </ac:picMkLst>
        </pc:picChg>
      </pc:sldChg>
      <pc:sldChg chg="addSp delSp modSp new mod">
        <pc:chgData name="hp pc" userId="69003cb1a087c46e" providerId="LiveId" clId="{9F72F9CB-1908-4E0A-BE1A-7803601CBA11}" dt="2025-11-23T08:49:10.943" v="1500" actId="14100"/>
        <pc:sldMkLst>
          <pc:docMk/>
          <pc:sldMk cId="3023558001" sldId="260"/>
        </pc:sldMkLst>
        <pc:spChg chg="mod">
          <ac:chgData name="hp pc" userId="69003cb1a087c46e" providerId="LiveId" clId="{9F72F9CB-1908-4E0A-BE1A-7803601CBA11}" dt="2025-11-23T08:44:27.813" v="1209" actId="20577"/>
          <ac:spMkLst>
            <pc:docMk/>
            <pc:sldMk cId="3023558001" sldId="260"/>
            <ac:spMk id="2" creationId="{6066E3FB-CB5A-3D32-06BA-8E72B9E9AE8A}"/>
          </ac:spMkLst>
        </pc:spChg>
        <pc:spChg chg="mod">
          <ac:chgData name="hp pc" userId="69003cb1a087c46e" providerId="LiveId" clId="{9F72F9CB-1908-4E0A-BE1A-7803601CBA11}" dt="2025-11-23T08:48:16.256" v="1496" actId="20577"/>
          <ac:spMkLst>
            <pc:docMk/>
            <pc:sldMk cId="3023558001" sldId="260"/>
            <ac:spMk id="3" creationId="{7B008C4F-6E3D-A349-83C7-ACA307A1AA75}"/>
          </ac:spMkLst>
        </pc:spChg>
        <pc:spChg chg="del">
          <ac:chgData name="hp pc" userId="69003cb1a087c46e" providerId="LiveId" clId="{9F72F9CB-1908-4E0A-BE1A-7803601CBA11}" dt="2025-11-23T08:49:00.378" v="1497" actId="931"/>
          <ac:spMkLst>
            <pc:docMk/>
            <pc:sldMk cId="3023558001" sldId="260"/>
            <ac:spMk id="4" creationId="{912D94AA-6B95-427B-678C-F7D7123CE9FD}"/>
          </ac:spMkLst>
        </pc:spChg>
        <pc:picChg chg="add mod">
          <ac:chgData name="hp pc" userId="69003cb1a087c46e" providerId="LiveId" clId="{9F72F9CB-1908-4E0A-BE1A-7803601CBA11}" dt="2025-11-23T08:49:10.943" v="1500" actId="14100"/>
          <ac:picMkLst>
            <pc:docMk/>
            <pc:sldMk cId="3023558001" sldId="260"/>
            <ac:picMk id="6" creationId="{CC538C10-8662-0060-0B02-CFC8CD23E442}"/>
          </ac:picMkLst>
        </pc:picChg>
      </pc:sldChg>
      <pc:sldChg chg="modSp new mod">
        <pc:chgData name="hp pc" userId="69003cb1a087c46e" providerId="LiveId" clId="{9F72F9CB-1908-4E0A-BE1A-7803601CBA11}" dt="2025-11-23T09:37:41.834" v="2461" actId="20577"/>
        <pc:sldMkLst>
          <pc:docMk/>
          <pc:sldMk cId="1454169092" sldId="261"/>
        </pc:sldMkLst>
        <pc:spChg chg="mod">
          <ac:chgData name="hp pc" userId="69003cb1a087c46e" providerId="LiveId" clId="{9F72F9CB-1908-4E0A-BE1A-7803601CBA11}" dt="2025-11-23T08:51:36.732" v="1513" actId="20577"/>
          <ac:spMkLst>
            <pc:docMk/>
            <pc:sldMk cId="1454169092" sldId="261"/>
            <ac:spMk id="2" creationId="{232BDB9D-B1AE-E98F-68B9-A7957F1D1489}"/>
          </ac:spMkLst>
        </pc:spChg>
        <pc:spChg chg="mod">
          <ac:chgData name="hp pc" userId="69003cb1a087c46e" providerId="LiveId" clId="{9F72F9CB-1908-4E0A-BE1A-7803601CBA11}" dt="2025-11-23T09:37:41.834" v="2461" actId="20577"/>
          <ac:spMkLst>
            <pc:docMk/>
            <pc:sldMk cId="1454169092" sldId="261"/>
            <ac:spMk id="3" creationId="{B825F43D-E9DD-09E1-88BE-C02A8126589D}"/>
          </ac:spMkLst>
        </pc:spChg>
      </pc:sldChg>
      <pc:sldChg chg="addSp modSp new mod">
        <pc:chgData name="hp pc" userId="69003cb1a087c46e" providerId="LiveId" clId="{9F72F9CB-1908-4E0A-BE1A-7803601CBA11}" dt="2025-11-23T09:38:30.872" v="2486" actId="20577"/>
        <pc:sldMkLst>
          <pc:docMk/>
          <pc:sldMk cId="1567966770" sldId="262"/>
        </pc:sldMkLst>
        <pc:spChg chg="add mod">
          <ac:chgData name="hp pc" userId="69003cb1a087c46e" providerId="LiveId" clId="{9F72F9CB-1908-4E0A-BE1A-7803601CBA11}" dt="2025-11-23T09:38:30.872" v="2486" actId="20577"/>
          <ac:spMkLst>
            <pc:docMk/>
            <pc:sldMk cId="1567966770" sldId="262"/>
            <ac:spMk id="2" creationId="{E1574620-FEEA-74FC-10B9-46F9C745CF1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61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457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211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15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740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33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736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817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007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35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36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9751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371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405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719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408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88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78CB231-B931-4CD7-87C9-F09569BD665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1715489-7E91-4922-A604-FA38283EF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063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322969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BDD3422-AABB-E941-CF5F-A62037645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8764" y="365125"/>
            <a:ext cx="4745036" cy="5922553"/>
          </a:xfrm>
        </p:spPr>
        <p:txBody>
          <a:bodyPr/>
          <a:lstStyle/>
          <a:p>
            <a:r>
              <a:rPr lang="en-US" sz="5400" dirty="0">
                <a:latin typeface="Algerian" panose="04020705040A02060702" pitchFamily="82" charset="0"/>
              </a:rPr>
              <a:t>NEXTHIKES IT</a:t>
            </a:r>
            <a:br>
              <a:rPr lang="en-US" sz="5400" dirty="0">
                <a:latin typeface="Algerian" panose="04020705040A02060702" pitchFamily="82" charset="0"/>
              </a:rPr>
            </a:br>
            <a:r>
              <a:rPr lang="en-US" sz="5400" dirty="0">
                <a:latin typeface="Algerian" panose="04020705040A02060702" pitchFamily="82" charset="0"/>
              </a:rPr>
              <a:t>SOLUTIONS</a:t>
            </a: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r>
              <a:rPr lang="en-US" sz="3200" dirty="0">
                <a:latin typeface="Algerian" panose="04020705040A02060702" pitchFamily="82" charset="0"/>
              </a:rPr>
              <a:t>AMEESHA</a:t>
            </a:r>
            <a:br>
              <a:rPr lang="en-US" sz="3200" dirty="0">
                <a:latin typeface="Algerian" panose="04020705040A02060702" pitchFamily="82" charset="0"/>
              </a:rPr>
            </a:br>
            <a:r>
              <a:rPr lang="en-US" sz="3200" dirty="0">
                <a:latin typeface="Algerian" panose="04020705040A02060702" pitchFamily="82" charset="0"/>
              </a:rPr>
              <a:t>CALCULATOR USING PYTHON</a:t>
            </a:r>
            <a:endParaRPr lang="en-IN" sz="3200" dirty="0">
              <a:latin typeface="Algerian" panose="04020705040A02060702" pitchFamily="82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47D612F-3442-A004-F53C-B1CAC17473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8200" y="365125"/>
            <a:ext cx="5770563" cy="5922552"/>
          </a:xfrm>
        </p:spPr>
      </p:pic>
    </p:spTree>
    <p:extLst>
      <p:ext uri="{BB962C8B-B14F-4D97-AF65-F5344CB8AC3E}">
        <p14:creationId xmlns:p14="http://schemas.microsoft.com/office/powerpoint/2010/main" val="1320189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4E057-3A5D-9D41-26C8-937B94ED3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3EB0B-DCE1-1D98-652F-84E1D9ECF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initial objective of the project was to learn basic python GUI.</a:t>
            </a:r>
          </a:p>
          <a:p>
            <a:r>
              <a:rPr lang="en-US" dirty="0"/>
              <a:t>Understand layout management.</a:t>
            </a:r>
          </a:p>
          <a:p>
            <a:r>
              <a:rPr lang="en-US" dirty="0"/>
              <a:t>Perform basic arithmetic operations like addition, subtraction, multiplication and division.</a:t>
            </a:r>
          </a:p>
          <a:p>
            <a:r>
              <a:rPr lang="en-US" dirty="0"/>
              <a:t>Perform advanced operations like sin, cos, square root etc.</a:t>
            </a:r>
          </a:p>
          <a:p>
            <a:r>
              <a:rPr lang="en-US" dirty="0"/>
              <a:t>Build a functional GUI application.</a:t>
            </a:r>
          </a:p>
          <a:p>
            <a:endParaRPr lang="en-US" dirty="0"/>
          </a:p>
          <a:p>
            <a:endParaRPr lang="en-US" dirty="0"/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5833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89A3-5874-FB73-7DC1-251BBC63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09928-F11B-3216-F50E-4500458BCC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project was started with a little research about the basics of python because of being  an absolute beginner to the python.</a:t>
            </a:r>
          </a:p>
          <a:p>
            <a:r>
              <a:rPr lang="en-US" dirty="0"/>
              <a:t>After exporting the library and math , the interface started which includes the layout of the calculator.</a:t>
            </a:r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46D388-E413-FD2A-3728-E211F72365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154" y="1809295"/>
            <a:ext cx="4820323" cy="2886478"/>
          </a:xfrm>
        </p:spPr>
      </p:pic>
    </p:spTree>
    <p:extLst>
      <p:ext uri="{BB962C8B-B14F-4D97-AF65-F5344CB8AC3E}">
        <p14:creationId xmlns:p14="http://schemas.microsoft.com/office/powerpoint/2010/main" val="278455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6BC4-BA4B-3DEB-AEAE-4A40A8E27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ECEB3-3ACA-F5AC-4F35-577C9B47E6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Once the interface has been done, operation functions were added including addition, subtraction, multiplication and division..</a:t>
            </a:r>
          </a:p>
          <a:p>
            <a:r>
              <a:rPr lang="en-US" dirty="0"/>
              <a:t>I tested the part as I built it and in case any error occurred then fixing it at the moment.</a:t>
            </a:r>
          </a:p>
          <a:p>
            <a:r>
              <a:rPr lang="en-US" dirty="0"/>
              <a:t>More functions like sin, cos, square root, mean, </a:t>
            </a:r>
            <a:r>
              <a:rPr lang="en-US" dirty="0" err="1"/>
              <a:t>etc</a:t>
            </a:r>
            <a:r>
              <a:rPr lang="en-US" dirty="0"/>
              <a:t> has been added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42D0CED-676E-8491-7597-E25A11A8F1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705" y="1580051"/>
            <a:ext cx="4113203" cy="4668350"/>
          </a:xfrm>
        </p:spPr>
      </p:pic>
    </p:spTree>
    <p:extLst>
      <p:ext uri="{BB962C8B-B14F-4D97-AF65-F5344CB8AC3E}">
        <p14:creationId xmlns:p14="http://schemas.microsoft.com/office/powerpoint/2010/main" val="2059044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E3FB-CB5A-3D32-06BA-8E72B9E9A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08C4F-6E3D-A349-83C7-ACA307A1AA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Later the buttons were connected with the functions.</a:t>
            </a:r>
          </a:p>
          <a:p>
            <a:r>
              <a:rPr lang="en-US" dirty="0"/>
              <a:t>A separate button was created to add a different interface which includes the scientific functions.</a:t>
            </a:r>
          </a:p>
          <a:p>
            <a:r>
              <a:rPr lang="en-US" dirty="0"/>
              <a:t>Finally, the buttons were connected to the functions of another interface.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538C10-8662-0060-0B02-CFC8CD23E4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247" y="1731963"/>
            <a:ext cx="4972958" cy="4310618"/>
          </a:xfrm>
        </p:spPr>
      </p:pic>
    </p:spTree>
    <p:extLst>
      <p:ext uri="{BB962C8B-B14F-4D97-AF65-F5344CB8AC3E}">
        <p14:creationId xmlns:p14="http://schemas.microsoft.com/office/powerpoint/2010/main" val="3023558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BDB9D-B1AE-E98F-68B9-A7957F1D1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5F43D-E9DD-09E1-88BE-C02A81265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Being new  to python, this p0roject pushed me out of my comfort zone in several ways. One of the main difficulties was understanding how the </a:t>
            </a:r>
            <a:r>
              <a:rPr lang="en-US" dirty="0" err="1"/>
              <a:t>Tkinter’s</a:t>
            </a:r>
            <a:r>
              <a:rPr lang="en-US" dirty="0"/>
              <a:t> layout system worked, especially when arranging the buttons in  a proper grid to make the interface look clean. I also found it challenging to link each button to the correct function and ensure that the calculator responded smoothly when multiple operations were entered. </a:t>
            </a:r>
          </a:p>
          <a:p>
            <a:r>
              <a:rPr lang="en-US" dirty="0"/>
              <a:t>Dealing with the errors like incorrect button clicks, spacing issues or the display not updating.</a:t>
            </a:r>
          </a:p>
          <a:p>
            <a:r>
              <a:rPr lang="en-US" dirty="0"/>
              <a:t>Another challenge was adding features like Clear, All Clear and introducing another interface for the scientific calculations because I had to learn how to reset values without breaking the rest of the code. Even though these steps were tricky at first, they helped me build problem solving skills.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169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574620-FEEA-74FC-10B9-46F9C745CF14}"/>
              </a:ext>
            </a:extLst>
          </p:cNvPr>
          <p:cNvSpPr/>
          <p:nvPr/>
        </p:nvSpPr>
        <p:spPr>
          <a:xfrm>
            <a:off x="4176306" y="2967335"/>
            <a:ext cx="38393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Thank you!</a:t>
            </a:r>
          </a:p>
        </p:txBody>
      </p:sp>
    </p:spTree>
    <p:extLst>
      <p:ext uri="{BB962C8B-B14F-4D97-AF65-F5344CB8AC3E}">
        <p14:creationId xmlns:p14="http://schemas.microsoft.com/office/powerpoint/2010/main" val="15679667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143</TotalTime>
  <Words>351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Algerian</vt:lpstr>
      <vt:lpstr>Calisto MT</vt:lpstr>
      <vt:lpstr>Wingdings 2</vt:lpstr>
      <vt:lpstr>Slate</vt:lpstr>
      <vt:lpstr>NEXTHIKES IT SOLUTIONS    AMEESHA CALCULATOR USING PYTHON</vt:lpstr>
      <vt:lpstr>Objective of project</vt:lpstr>
      <vt:lpstr>Methodology</vt:lpstr>
      <vt:lpstr>Methodology</vt:lpstr>
      <vt:lpstr>Methodology</vt:lpstr>
      <vt:lpstr>Challenges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pc</dc:creator>
  <cp:lastModifiedBy>hp pc</cp:lastModifiedBy>
  <cp:revision>1</cp:revision>
  <dcterms:created xsi:type="dcterms:W3CDTF">2025-11-20T18:50:00Z</dcterms:created>
  <dcterms:modified xsi:type="dcterms:W3CDTF">2025-11-23T09:38:34Z</dcterms:modified>
</cp:coreProperties>
</file>